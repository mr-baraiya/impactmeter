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09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3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482453" cy="23395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2482453" cy="23395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CRICHEROES IMPACT METRIC CHALLENGE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254649"/>
            <a:ext cx="5143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ImpactMeter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1828995"/>
            <a:ext cx="3612952" cy="30539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Context-Aware Cricket Impact Analytics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2705891"/>
            <a:ext cx="51435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Team: Jetha Ke Jabaaz</a:t>
            </a:r>
            <a:endParaRPr lang="en-US" sz="1193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054148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7275" y="3039861"/>
            <a:ext cx="119836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Vishal Baraiya (Lead)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64889"/>
            <a:ext cx="11251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1202" y="3250602"/>
            <a:ext cx="971420" cy="146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Deven Machchhar</a:t>
            </a:r>
            <a:endParaRPr lang="en-US" sz="942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475630"/>
            <a:ext cx="112514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1202" y="3461342"/>
            <a:ext cx="96619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Chintan Sitapara</a:t>
            </a:r>
            <a:endParaRPr lang="en-US" sz="94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86370"/>
            <a:ext cx="112514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41202" y="3672083"/>
            <a:ext cx="102691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Nabhag Sorathiya</a:t>
            </a:r>
            <a:endParaRPr lang="en-US" sz="942" dirty="0"/>
          </a:p>
        </p:txBody>
      </p:sp>
      <p:sp>
        <p:nvSpPr>
          <p:cNvPr id="16" name="Shape 9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0"/>
          <p:cNvSpPr/>
          <p:nvPr/>
        </p:nvSpPr>
        <p:spPr>
          <a:xfrm>
            <a:off x="6015038" y="1076027"/>
            <a:ext cx="2828925" cy="26574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Shape 11"/>
          <p:cNvSpPr/>
          <p:nvPr/>
        </p:nvSpPr>
        <p:spPr>
          <a:xfrm>
            <a:off x="6186488" y="1247477"/>
            <a:ext cx="1171575" cy="10858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6488" y="1595875"/>
            <a:ext cx="1143000" cy="44628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500938" y="1247477"/>
            <a:ext cx="1171575" cy="10858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9525" y="1333202"/>
            <a:ext cx="914400" cy="9144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186488" y="2476202"/>
            <a:ext cx="1171575" cy="10858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2561927"/>
            <a:ext cx="914400" cy="9144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500938" y="2476202"/>
            <a:ext cx="1171575" cy="10858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8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486650" y="2461915"/>
            <a:ext cx="1185863" cy="110013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525816" y="3947814"/>
            <a:ext cx="2018109" cy="108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INSTITUTIONAL AFFILIATIONS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Traditional Statistics Fail to Capture Match Context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99081"/>
            <a:ext cx="1363005" cy="289322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Metric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1934505" y="1799081"/>
            <a:ext cx="3180420" cy="289322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Limitation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2088403"/>
            <a:ext cx="1363005" cy="334194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34505" y="2088403"/>
            <a:ext cx="3180420" cy="334194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Doesn't consider match pressure or game situation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2399156"/>
            <a:ext cx="1363005" cy="334194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Strike</a:t>
            </a: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Rate</a:t>
            </a:r>
          </a:p>
        </p:txBody>
      </p:sp>
      <p:sp>
        <p:nvSpPr>
          <p:cNvPr id="9" name="Text 6"/>
          <p:cNvSpPr/>
          <p:nvPr/>
        </p:nvSpPr>
        <p:spPr>
          <a:xfrm>
            <a:off x="1934505" y="2399156"/>
            <a:ext cx="3180420" cy="488082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Ignores the specific phase of the game (Powerplay vs. Death)</a:t>
            </a:r>
          </a:p>
        </p:txBody>
      </p:sp>
      <p:sp>
        <p:nvSpPr>
          <p:cNvPr id="10" name="Text 7"/>
          <p:cNvSpPr/>
          <p:nvPr/>
        </p:nvSpPr>
        <p:spPr>
          <a:xfrm>
            <a:off x="571500" y="2863500"/>
            <a:ext cx="1363005" cy="334194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Wickets</a:t>
            </a:r>
          </a:p>
        </p:txBody>
      </p:sp>
      <p:sp>
        <p:nvSpPr>
          <p:cNvPr id="11" name="Text 8"/>
          <p:cNvSpPr/>
          <p:nvPr/>
        </p:nvSpPr>
        <p:spPr>
          <a:xfrm>
            <a:off x="1934505" y="2863500"/>
            <a:ext cx="3180420" cy="488082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Doesn't capture the actual impact on the match outcome.</a:t>
            </a:r>
          </a:p>
        </p:txBody>
      </p:sp>
      <p:sp>
        <p:nvSpPr>
          <p:cNvPr id="12" name="Text 9"/>
          <p:cNvSpPr/>
          <p:nvPr/>
        </p:nvSpPr>
        <p:spPr>
          <a:xfrm>
            <a:off x="5786438" y="1913381"/>
            <a:ext cx="1896353" cy="228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"Context" Problem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86438" y="2308073"/>
            <a:ext cx="2786063" cy="60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00"/>
              </a:lnSpc>
            </a:pPr>
            <a:r>
              <a:rPr lang="en-US" sz="1200" dirty="0"/>
              <a:t>A </a:t>
            </a:r>
            <a:r>
              <a:rPr lang="en-US" sz="1200" b="1" dirty="0"/>
              <a:t>30-run knock in a tense chase</a:t>
            </a:r>
            <a:r>
              <a:rPr lang="en-US" sz="1200" dirty="0"/>
              <a:t> can influence the match outcome more than </a:t>
            </a:r>
            <a:r>
              <a:rPr lang="en-US" sz="1200" b="1" dirty="0"/>
              <a:t>70 runs scored in a comfortable game</a:t>
            </a:r>
            <a:r>
              <a:rPr lang="en-US" sz="1200" dirty="0"/>
              <a:t>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86438" y="3139539"/>
            <a:ext cx="2786063" cy="10358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965031" y="3318132"/>
            <a:ext cx="242887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GOAL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965031" y="3509228"/>
            <a:ext cx="219491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 a Context-Aware Player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965031" y="3698537"/>
            <a:ext cx="10287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Impact Metric.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713231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Introducing ImpactMeter: Measuring True Player Impact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97359" y="1512966"/>
            <a:ext cx="8549283" cy="54329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34320"/>
            <a:ext cx="7871685" cy="543290"/>
          </a:xfrm>
          <a:prstGeom prst="rect">
            <a:avLst/>
          </a:prstGeom>
          <a:noFill/>
          <a:ln/>
        </p:spPr>
        <p:txBody>
          <a:bodyPr wrap="square" lIns="340233" tIns="85090" rIns="340233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E11D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Impact = Performance × Context × Pressure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71500" y="2742056"/>
            <a:ext cx="428625" cy="428625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2870643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899218"/>
            <a:ext cx="33218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Performance Metrics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1143000" y="3124247"/>
            <a:ext cx="33218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Traditional statistics like runs, wickets, and strike rates as the foundation of player output.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71500" y="3538584"/>
            <a:ext cx="428625" cy="428625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3667172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695747"/>
            <a:ext cx="33218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 Context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1143000" y="3920775"/>
            <a:ext cx="33218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Adjusting performance based on game phases (Powerplay, Middle, Death) and specific match situations.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679156" y="2742056"/>
            <a:ext cx="428625" cy="428625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028" y="2870643"/>
            <a:ext cx="192881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0656" y="2899218"/>
            <a:ext cx="33218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Pressure Index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5250656" y="3124247"/>
            <a:ext cx="33218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Quantifying situational stress using required run rates, wickets fallen, and balls remaining.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679156" y="3538584"/>
            <a:ext cx="428625" cy="428625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744" y="3667172"/>
            <a:ext cx="171450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0656" y="3695747"/>
            <a:ext cx="33218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 Contributions</a:t>
            </a:r>
            <a:endParaRPr lang="en-US" sz="1090" dirty="0"/>
          </a:p>
        </p:txBody>
      </p:sp>
      <p:sp>
        <p:nvSpPr>
          <p:cNvPr id="22" name="Text 15"/>
          <p:cNvSpPr/>
          <p:nvPr/>
        </p:nvSpPr>
        <p:spPr>
          <a:xfrm>
            <a:off x="5250656" y="3920775"/>
            <a:ext cx="33218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Weighted impact analysis that values contributions relative to their strategic importance.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52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Proposed Approach: The ImpactMeter Pipeline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88328"/>
            <a:ext cx="285750" cy="285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48832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143000" y="1477612"/>
            <a:ext cx="130484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IPL Ball-by-Ball Data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3000" y="1645490"/>
            <a:ext cx="2131994" cy="115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Raw historical data ingestion and cleaning.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958029"/>
            <a:ext cx="89297" cy="1428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1500" y="2281284"/>
            <a:ext cx="285750" cy="285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228128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1143000" y="2270568"/>
            <a:ext cx="120225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43000" y="2438447"/>
            <a:ext cx="2595262" cy="115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Extracting contextual and pressure-based variables.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2750986"/>
            <a:ext cx="89297" cy="14287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71500" y="3074240"/>
            <a:ext cx="285750" cy="285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0"/>
          <p:cNvSpPr/>
          <p:nvPr/>
        </p:nvSpPr>
        <p:spPr>
          <a:xfrm>
            <a:off x="571500" y="307424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784" dirty="0"/>
          </a:p>
        </p:txBody>
      </p:sp>
      <p:sp>
        <p:nvSpPr>
          <p:cNvPr id="16" name="Text 11"/>
          <p:cNvSpPr/>
          <p:nvPr/>
        </p:nvSpPr>
        <p:spPr>
          <a:xfrm>
            <a:off x="1143000" y="3063525"/>
            <a:ext cx="13064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Hybrid Scoring Model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43000" y="3231403"/>
            <a:ext cx="2737929" cy="115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Rule-Based Impact Score + Random Forest ML Model.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3543942"/>
            <a:ext cx="89297" cy="14287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71500" y="3867197"/>
            <a:ext cx="285750" cy="285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4"/>
          <p:cNvSpPr/>
          <p:nvPr/>
        </p:nvSpPr>
        <p:spPr>
          <a:xfrm>
            <a:off x="571500" y="386719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784" dirty="0"/>
          </a:p>
        </p:txBody>
      </p:sp>
      <p:sp>
        <p:nvSpPr>
          <p:cNvPr id="21" name="Text 15"/>
          <p:cNvSpPr/>
          <p:nvPr/>
        </p:nvSpPr>
        <p:spPr>
          <a:xfrm>
            <a:off x="1143000" y="3856481"/>
            <a:ext cx="156292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ML-Assisted Impact Score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43000" y="4024359"/>
            <a:ext cx="2329164" cy="115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Refined intelligence for true player evaluation.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4336898"/>
            <a:ext cx="89297" cy="14287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71500" y="4660153"/>
            <a:ext cx="285750" cy="285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18"/>
          <p:cNvSpPr/>
          <p:nvPr/>
        </p:nvSpPr>
        <p:spPr>
          <a:xfrm>
            <a:off x="571500" y="466015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784" dirty="0"/>
          </a:p>
        </p:txBody>
      </p:sp>
      <p:sp>
        <p:nvSpPr>
          <p:cNvPr id="26" name="Text 19"/>
          <p:cNvSpPr/>
          <p:nvPr/>
        </p:nvSpPr>
        <p:spPr>
          <a:xfrm>
            <a:off x="1143000" y="4649437"/>
            <a:ext cx="17408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Rolling Performance Analysis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43000" y="4817315"/>
            <a:ext cx="2364430" cy="115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Last 10 innings trend for current form tracking.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543550" y="1356168"/>
            <a:ext cx="3028950" cy="38290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2"/>
          <p:cNvSpPr/>
          <p:nvPr/>
        </p:nvSpPr>
        <p:spPr>
          <a:xfrm>
            <a:off x="5543550" y="1356168"/>
            <a:ext cx="3028950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3"/>
          <p:cNvSpPr/>
          <p:nvPr/>
        </p:nvSpPr>
        <p:spPr>
          <a:xfrm>
            <a:off x="5829300" y="1841943"/>
            <a:ext cx="24574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Features Used</a:t>
            </a:r>
            <a:endParaRPr lang="en-US" sz="1397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2313431"/>
            <a:ext cx="87511" cy="10001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09717" y="2286642"/>
            <a:ext cx="112210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Runs</a:t>
            </a: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&amp; Strike Rate</a:t>
            </a:r>
            <a:endParaRPr lang="en-US" sz="105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2574178"/>
            <a:ext cx="87511" cy="10001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309717" y="2547389"/>
            <a:ext cx="157575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Wickets &amp; Economy Rate</a:t>
            </a:r>
            <a:endParaRPr lang="en-US" sz="11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2834925"/>
            <a:ext cx="87511" cy="10001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309717" y="2808136"/>
            <a:ext cx="183864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 Phase (PP/Mid/Death)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3095672"/>
            <a:ext cx="87511" cy="10001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309717" y="3068882"/>
            <a:ext cx="91371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Pressure Index</a:t>
            </a:r>
            <a:endParaRPr lang="en-US" sz="11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3356418"/>
            <a:ext cx="87511" cy="100013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309717" y="3329629"/>
            <a:ext cx="115897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Run Rate</a:t>
            </a:r>
            <a:endParaRPr lang="en-US" sz="11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3617165"/>
            <a:ext cx="87511" cy="100013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309717" y="3590376"/>
            <a:ext cx="97302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Balls Remaining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ImpactMeter? The Competitive Advantage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1144429" y="1920809"/>
            <a:ext cx="571500" cy="5715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879" y="2092259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713481"/>
            <a:ext cx="1857375" cy="39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Context-Aware Intelligence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71500" y="3284981"/>
            <a:ext cx="1857375" cy="70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Dynamically adjusts player scores by analyzing match phase, situational pressure, and game state in real-time.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57250" y="4237890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857250" y="4414698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3294698" y="1920809"/>
            <a:ext cx="571500" cy="5715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60" y="2092259"/>
            <a:ext cx="25717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21769" y="2713481"/>
            <a:ext cx="1707356" cy="193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Explainable Framework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2721769" y="3284981"/>
            <a:ext cx="1707356" cy="88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hybrid rule-based system ensures transparency, allowing every impact score to be traced back to specific events.</a:t>
            </a:r>
          </a:p>
        </p:txBody>
      </p:sp>
      <p:sp>
        <p:nvSpPr>
          <p:cNvPr id="14" name="Text 9"/>
          <p:cNvSpPr/>
          <p:nvPr/>
        </p:nvSpPr>
        <p:spPr>
          <a:xfrm>
            <a:off x="3007519" y="4237890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15" name="Text 10"/>
          <p:cNvSpPr/>
          <p:nvPr/>
        </p:nvSpPr>
        <p:spPr>
          <a:xfrm>
            <a:off x="3007519" y="4414698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16" name="Shape 11"/>
          <p:cNvSpPr/>
          <p:nvPr/>
        </p:nvSpPr>
        <p:spPr>
          <a:xfrm>
            <a:off x="5294948" y="1920809"/>
            <a:ext cx="571500" cy="5715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398" y="2092259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22019" y="2713481"/>
            <a:ext cx="1707356" cy="193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ML-Enhanced Accuracy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4722019" y="3284981"/>
            <a:ext cx="1707356" cy="70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Random Forest models identify non-linear patterns and hidden correlations that traditional metrics often miss.</a:t>
            </a:r>
          </a:p>
        </p:txBody>
      </p:sp>
      <p:sp>
        <p:nvSpPr>
          <p:cNvPr id="20" name="Text 14"/>
          <p:cNvSpPr/>
          <p:nvPr/>
        </p:nvSpPr>
        <p:spPr>
          <a:xfrm>
            <a:off x="5007769" y="4237890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5007769" y="4414698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22" name="Shape 16"/>
          <p:cNvSpPr/>
          <p:nvPr/>
        </p:nvSpPr>
        <p:spPr>
          <a:xfrm>
            <a:off x="7295198" y="1920809"/>
            <a:ext cx="571500" cy="5715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073" y="2092259"/>
            <a:ext cx="28575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2269" y="2713481"/>
            <a:ext cx="1707356" cy="193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Role-Aware Evaluation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6722269" y="3284981"/>
            <a:ext cx="1707356" cy="88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Customized sub-metrics for batters, bowlers, and all-rounders ensure fair and objective performance comparisons.</a:t>
            </a:r>
          </a:p>
        </p:txBody>
      </p:sp>
      <p:sp>
        <p:nvSpPr>
          <p:cNvPr id="26" name="Text 19"/>
          <p:cNvSpPr/>
          <p:nvPr/>
        </p:nvSpPr>
        <p:spPr>
          <a:xfrm>
            <a:off x="7008019" y="4237890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27" name="Text 20"/>
          <p:cNvSpPr/>
          <p:nvPr/>
        </p:nvSpPr>
        <p:spPr>
          <a:xfrm>
            <a:off x="7008019" y="4414698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Current Limitations and Future Roadmap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6516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106" y="1799081"/>
            <a:ext cx="211276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Current Limitations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735806" y="2281284"/>
            <a:ext cx="992259" cy="18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Dataset Scope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5806" y="2522386"/>
            <a:ext cx="3731791" cy="178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optimization and training performed on IPL ball-by-ball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35806" y="2715267"/>
            <a:ext cx="286938" cy="175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</a:t>
            </a: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735806" y="3031378"/>
            <a:ext cx="1647887" cy="177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Pressure</a:t>
            </a: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Approximation</a:t>
            </a:r>
          </a:p>
        </p:txBody>
      </p:sp>
      <p:sp>
        <p:nvSpPr>
          <p:cNvPr id="10" name="Text 6"/>
          <p:cNvSpPr/>
          <p:nvPr/>
        </p:nvSpPr>
        <p:spPr>
          <a:xfrm>
            <a:off x="735806" y="3272479"/>
            <a:ext cx="3765454" cy="172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pressure index is a statistical model and may not capture all</a:t>
            </a:r>
          </a:p>
        </p:txBody>
      </p:sp>
      <p:sp>
        <p:nvSpPr>
          <p:cNvPr id="11" name="Text 7"/>
          <p:cNvSpPr/>
          <p:nvPr/>
        </p:nvSpPr>
        <p:spPr>
          <a:xfrm>
            <a:off x="735806" y="3465361"/>
            <a:ext cx="1343316" cy="175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psychological nuances</a:t>
            </a: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735806" y="3781472"/>
            <a:ext cx="1183016" cy="177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</a:t>
            </a: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eal-tim</a:t>
            </a: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 </a:t>
            </a: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Latency</a:t>
            </a:r>
          </a:p>
        </p:txBody>
      </p:sp>
      <p:sp>
        <p:nvSpPr>
          <p:cNvPr id="13" name="Text 9"/>
          <p:cNvSpPr/>
          <p:nvPr/>
        </p:nvSpPr>
        <p:spPr>
          <a:xfrm>
            <a:off x="735806" y="4022573"/>
            <a:ext cx="3686907" cy="172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Currently lacks a live-feed integration for ball-by-ball real-time</a:t>
            </a:r>
          </a:p>
        </p:txBody>
      </p:sp>
      <p:sp>
        <p:nvSpPr>
          <p:cNvPr id="14" name="Text 10"/>
          <p:cNvSpPr/>
          <p:nvPr/>
        </p:nvSpPr>
        <p:spPr>
          <a:xfrm>
            <a:off x="735806" y="4215454"/>
            <a:ext cx="1061188" cy="175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impact prediction</a:t>
            </a: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42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94" y="1865161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43500" y="1799081"/>
            <a:ext cx="177343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Future Roadmap</a:t>
            </a:r>
            <a:endParaRPr lang="en-US" sz="1602" dirty="0"/>
          </a:p>
        </p:txBody>
      </p:sp>
      <p:sp>
        <p:nvSpPr>
          <p:cNvPr id="17" name="Text 12"/>
          <p:cNvSpPr/>
          <p:nvPr/>
        </p:nvSpPr>
        <p:spPr>
          <a:xfrm>
            <a:off x="5029200" y="2281284"/>
            <a:ext cx="1171796" cy="177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</a:t>
            </a: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Expansion</a:t>
            </a:r>
          </a:p>
        </p:txBody>
      </p:sp>
      <p:sp>
        <p:nvSpPr>
          <p:cNvPr id="18" name="Text 13"/>
          <p:cNvSpPr/>
          <p:nvPr/>
        </p:nvSpPr>
        <p:spPr>
          <a:xfrm>
            <a:off x="5029200" y="2522386"/>
            <a:ext cx="3432030" cy="172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Integrating international T20, ODI, and Test datasets for a</a:t>
            </a:r>
          </a:p>
        </p:txBody>
      </p:sp>
      <p:sp>
        <p:nvSpPr>
          <p:cNvPr id="19" name="Text 14"/>
          <p:cNvSpPr/>
          <p:nvPr/>
        </p:nvSpPr>
        <p:spPr>
          <a:xfrm>
            <a:off x="5029200" y="2715267"/>
            <a:ext cx="1401025" cy="175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universal impact metric</a:t>
            </a: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5029200" y="3031378"/>
            <a:ext cx="1178208" cy="177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Granular</a:t>
            </a: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</a:t>
            </a:r>
          </a:p>
        </p:txBody>
      </p:sp>
      <p:sp>
        <p:nvSpPr>
          <p:cNvPr id="21" name="Text 16"/>
          <p:cNvSpPr/>
          <p:nvPr/>
        </p:nvSpPr>
        <p:spPr>
          <a:xfrm>
            <a:off x="5029200" y="3272479"/>
            <a:ext cx="3289362" cy="172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Incorporating environmental factors like pitch moisture,</a:t>
            </a:r>
          </a:p>
        </p:txBody>
      </p:sp>
      <p:sp>
        <p:nvSpPr>
          <p:cNvPr id="22" name="Text 17"/>
          <p:cNvSpPr/>
          <p:nvPr/>
        </p:nvSpPr>
        <p:spPr>
          <a:xfrm>
            <a:off x="5029200" y="3465361"/>
            <a:ext cx="2000548" cy="175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weather, and stadium dimensions</a:t>
            </a:r>
            <a:r>
              <a:rPr lang="en-US" sz="942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42" dirty="0"/>
          </a:p>
        </p:txBody>
      </p:sp>
      <p:sp>
        <p:nvSpPr>
          <p:cNvPr id="23" name="Text 18"/>
          <p:cNvSpPr/>
          <p:nvPr/>
        </p:nvSpPr>
        <p:spPr>
          <a:xfrm>
            <a:off x="5029200" y="3781472"/>
            <a:ext cx="1538883" cy="177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</a:t>
            </a: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</a:t>
            </a:r>
            <a:r>
              <a:rPr lang="en-US" sz="885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</a:t>
            </a:r>
          </a:p>
        </p:txBody>
      </p:sp>
      <p:sp>
        <p:nvSpPr>
          <p:cNvPr id="24" name="Text 19"/>
          <p:cNvSpPr/>
          <p:nvPr/>
        </p:nvSpPr>
        <p:spPr>
          <a:xfrm>
            <a:off x="5029200" y="4022573"/>
            <a:ext cx="3188373" cy="172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Developing an API-driven live dashboard for real-time</a:t>
            </a:r>
          </a:p>
        </p:txBody>
      </p:sp>
      <p:sp>
        <p:nvSpPr>
          <p:cNvPr id="25" name="Text 20"/>
          <p:cNvSpPr/>
          <p:nvPr/>
        </p:nvSpPr>
        <p:spPr>
          <a:xfrm>
            <a:off x="5029200" y="4215454"/>
            <a:ext cx="1415452" cy="172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broadcaster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ImpactMeter in Action: System Demo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06237"/>
            <a:ext cx="144661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598" y="1884806"/>
            <a:ext cx="1372171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Impact Score Gauge</a:t>
            </a:r>
          </a:p>
        </p:txBody>
      </p:sp>
      <p:sp>
        <p:nvSpPr>
          <p:cNvPr id="6" name="Text 2"/>
          <p:cNvSpPr/>
          <p:nvPr/>
        </p:nvSpPr>
        <p:spPr>
          <a:xfrm>
            <a:off x="571500" y="2170556"/>
            <a:ext cx="2164556" cy="7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real-time visual indicator of a player's total match impact, normalized across different game situations.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0369" y="1906237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50394" y="1884806"/>
            <a:ext cx="1344920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ML Assisted Impact</a:t>
            </a:r>
          </a:p>
        </p:txBody>
      </p:sp>
      <p:sp>
        <p:nvSpPr>
          <p:cNvPr id="9" name="Text 4"/>
          <p:cNvSpPr/>
          <p:nvPr/>
        </p:nvSpPr>
        <p:spPr>
          <a:xfrm>
            <a:off x="2950369" y="2170556"/>
            <a:ext cx="2164556" cy="70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Comparative analysis showing the delta between raw performance stats and machine learning-refined impact scores.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85018"/>
            <a:ext cx="144661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7598" y="3563587"/>
            <a:ext cx="132087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 Contribution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71500" y="3849337"/>
            <a:ext cx="2164556" cy="7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Detailed</a:t>
            </a: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breakdown of impact generated across Powerplay, Middle, and Death overs for specialized role analysis.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0369" y="3585018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150394" y="3563587"/>
            <a:ext cx="91371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Impact Trend</a:t>
            </a:r>
          </a:p>
        </p:txBody>
      </p:sp>
      <p:sp>
        <p:nvSpPr>
          <p:cNvPr id="15" name="Text 8"/>
          <p:cNvSpPr/>
          <p:nvPr/>
        </p:nvSpPr>
        <p:spPr>
          <a:xfrm>
            <a:off x="2950369" y="3849337"/>
            <a:ext cx="2164556" cy="7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Longitudinal tracking of player performance over the last 10 innings to identify form cycles and consistency.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5543550" y="1570481"/>
            <a:ext cx="3028950" cy="31432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0"/>
          <p:cNvSpPr/>
          <p:nvPr/>
        </p:nvSpPr>
        <p:spPr>
          <a:xfrm>
            <a:off x="5829300" y="2056256"/>
            <a:ext cx="24574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Project Resources</a:t>
            </a:r>
            <a:endParaRPr lang="en-US" sz="1397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2701872"/>
            <a:ext cx="214313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6488" y="2650973"/>
            <a:ext cx="1067728" cy="11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</a:t>
            </a:r>
            <a:r>
              <a:rPr lang="en-US" sz="683" b="1" kern="0" spc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</a:t>
            </a:r>
          </a:p>
        </p:txBody>
      </p:sp>
      <p:sp>
        <p:nvSpPr>
          <p:cNvPr id="20" name="Text 12"/>
          <p:cNvSpPr/>
          <p:nvPr/>
        </p:nvSpPr>
        <p:spPr>
          <a:xfrm>
            <a:off x="6186488" y="2770631"/>
            <a:ext cx="2324354" cy="14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https://github.com/mr-baraiya/ImpactMeter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300" y="3268014"/>
            <a:ext cx="214313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86488" y="3217115"/>
            <a:ext cx="1319400" cy="11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</a:t>
            </a:r>
            <a:r>
              <a:rPr lang="en-US" sz="683" b="1" kern="0" spc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</a:t>
            </a:r>
          </a:p>
        </p:txBody>
      </p:sp>
      <p:sp>
        <p:nvSpPr>
          <p:cNvPr id="23" name="Text 14"/>
          <p:cNvSpPr/>
          <p:nvPr/>
        </p:nvSpPr>
        <p:spPr>
          <a:xfrm>
            <a:off x="6168891" y="3369324"/>
            <a:ext cx="2278330" cy="139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https://mr-baraiya.github.io/ImpactMeter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40416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1"/>
          <p:cNvSpPr/>
          <p:nvPr/>
        </p:nvSpPr>
        <p:spPr>
          <a:xfrm>
            <a:off x="3211841" y="0"/>
            <a:ext cx="28575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856106"/>
            <a:ext cx="2650331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Insights: What the Data Tells Us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2561983"/>
            <a:ext cx="246174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Data-driven discoveries from the ImpactMeter model reveal critical patterns in modern T20 cricket.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0456" y="571500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13" y="678656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86238" y="742950"/>
            <a:ext cx="1659109" cy="19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Middle Over Engine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86238" y="1019770"/>
            <a:ext cx="4386263" cy="38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Middle overs (7-15) often contribute </a:t>
            </a:r>
            <a:r>
              <a:rPr lang="en-US" sz="10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significantly</a:t>
            </a: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a player's cumulative impact score by setting the platform for the finish.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0456" y="1752674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472" y="1859831"/>
            <a:ext cx="107156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86238" y="1924124"/>
            <a:ext cx="1763303" cy="19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Strike Rate Multiplier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186238" y="2200945"/>
            <a:ext cx="4386263" cy="38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high-pressure chases, </a:t>
            </a:r>
            <a:r>
              <a:rPr lang="en-US" sz="10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Strike Rate</a:t>
            </a: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has a much stronger correlation with Impact Score than total runs scored.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0456" y="2933849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6542" y="3041005"/>
            <a:ext cx="125016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86238" y="3105299"/>
            <a:ext cx="1046761" cy="19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 is King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186238" y="3382119"/>
            <a:ext cx="4386263" cy="596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Random Forest model indicates that </a:t>
            </a:r>
            <a:r>
              <a:rPr lang="en-US" sz="1000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contextual features</a:t>
            </a:r>
            <a:r>
              <a:rPr lang="en-US" sz="105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(like Required Run Rate) carry more weight than raw counting stats in match-winning scenarios.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Real-World Applications of ImpactMeter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927668"/>
            <a:ext cx="500063" cy="5286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927668"/>
            <a:ext cx="500063" cy="2857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642043"/>
            <a:ext cx="1857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Coaches &amp; Trainers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184968"/>
            <a:ext cx="1857375" cy="70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Precisely track player form and identify specific areas for technical improvement based on situational performance.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197707"/>
            <a:ext cx="75009" cy="714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3697" y="4173596"/>
            <a:ext cx="87153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FORM TRACKING</a:t>
            </a:r>
            <a:endParaRPr lang="en-US" sz="683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88802"/>
            <a:ext cx="75009" cy="714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3697" y="4364692"/>
            <a:ext cx="57328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SKILL GAPS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2721769" y="1927668"/>
            <a:ext cx="500063" cy="5286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8"/>
          <p:cNvSpPr/>
          <p:nvPr/>
        </p:nvSpPr>
        <p:spPr>
          <a:xfrm>
            <a:off x="2721769" y="1927668"/>
            <a:ext cx="500063" cy="28575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788" y="2077687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21769" y="2642043"/>
            <a:ext cx="1707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Performance Analysts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2721769" y="3213543"/>
            <a:ext cx="1707356" cy="70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Deeply understand how specific match contexts influence player output to optimize game-day strategies.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7519" y="4286110"/>
            <a:ext cx="75009" cy="714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143489" y="4277279"/>
            <a:ext cx="127515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STRATEGY OPTIMIZATION</a:t>
            </a:r>
            <a:endParaRPr lang="en-US" sz="683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7519" y="4537035"/>
            <a:ext cx="75009" cy="714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153966" y="4512925"/>
            <a:ext cx="121265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CONTEXTUAL ANALYSIS</a:t>
            </a:r>
            <a:endParaRPr lang="en-US" sz="683" dirty="0"/>
          </a:p>
        </p:txBody>
      </p:sp>
      <p:sp>
        <p:nvSpPr>
          <p:cNvPr id="21" name="Shape 13"/>
          <p:cNvSpPr/>
          <p:nvPr/>
        </p:nvSpPr>
        <p:spPr>
          <a:xfrm>
            <a:off x="4722019" y="1927668"/>
            <a:ext cx="500063" cy="5286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14"/>
          <p:cNvSpPr/>
          <p:nvPr/>
        </p:nvSpPr>
        <p:spPr>
          <a:xfrm>
            <a:off x="4722019" y="1927668"/>
            <a:ext cx="500063" cy="28575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7034" y="2077687"/>
            <a:ext cx="250031" cy="2000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722019" y="2642043"/>
            <a:ext cx="17073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Selectors &amp; Scouts</a:t>
            </a:r>
            <a:endParaRPr lang="en-US" sz="1193" dirty="0"/>
          </a:p>
        </p:txBody>
      </p:sp>
      <p:sp>
        <p:nvSpPr>
          <p:cNvPr id="25" name="Text 16"/>
          <p:cNvSpPr/>
          <p:nvPr/>
        </p:nvSpPr>
        <p:spPr>
          <a:xfrm>
            <a:off x="4722019" y="3184968"/>
            <a:ext cx="1707356" cy="70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players objectively across different conditions and match situations to build balanced, winning squads.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769" y="4197707"/>
            <a:ext cx="75009" cy="7143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54216" y="4173596"/>
            <a:ext cx="1128713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OBJECTIVE SCOUTING</a:t>
            </a:r>
            <a:endParaRPr lang="en-US" sz="683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769" y="4388802"/>
            <a:ext cx="75009" cy="7143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54216" y="4364692"/>
            <a:ext cx="1005483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SQUAD BALANCING</a:t>
            </a:r>
            <a:endParaRPr lang="en-US" sz="683" dirty="0"/>
          </a:p>
        </p:txBody>
      </p:sp>
      <p:sp>
        <p:nvSpPr>
          <p:cNvPr id="30" name="Shape 19"/>
          <p:cNvSpPr/>
          <p:nvPr/>
        </p:nvSpPr>
        <p:spPr>
          <a:xfrm>
            <a:off x="6722269" y="1927668"/>
            <a:ext cx="500063" cy="5286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0"/>
          <p:cNvSpPr/>
          <p:nvPr/>
        </p:nvSpPr>
        <p:spPr>
          <a:xfrm>
            <a:off x="6722269" y="1927668"/>
            <a:ext cx="500063" cy="28575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7284" y="2077687"/>
            <a:ext cx="250031" cy="20002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22269" y="2642043"/>
            <a:ext cx="17073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Fans &amp; Broadcasters</a:t>
            </a:r>
            <a:endParaRPr lang="en-US" sz="1193" dirty="0"/>
          </a:p>
        </p:txBody>
      </p:sp>
      <p:sp>
        <p:nvSpPr>
          <p:cNvPr id="34" name="Text 22"/>
          <p:cNvSpPr/>
          <p:nvPr/>
        </p:nvSpPr>
        <p:spPr>
          <a:xfrm>
            <a:off x="6722269" y="3184968"/>
            <a:ext cx="1707356" cy="885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Enjoy richer, more meaningful analytics on broadcast and digital dashboards for a deeper understanding of the game.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8019" y="4257535"/>
            <a:ext cx="75009" cy="7143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154466" y="4234357"/>
            <a:ext cx="127515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ENHANCED DASHBOARDS</a:t>
            </a:r>
            <a:endParaRPr lang="en-US" sz="683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8019" y="4508460"/>
            <a:ext cx="75009" cy="7143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7154466" y="4484350"/>
            <a:ext cx="95011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FAN ENGAGEMENT</a:t>
            </a:r>
            <a:endParaRPr lang="en-US" sz="683" dirty="0"/>
          </a:p>
        </p:txBody>
      </p:sp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E335BB09-D710-3F22-CA8D-C0B45A8EA6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184" y="2061811"/>
            <a:ext cx="161925" cy="2159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701818"/>
            <a:ext cx="6429375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Redefining Cricket Intelligence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1357313" y="1339035"/>
            <a:ext cx="6429375" cy="2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endParaRPr lang="en-US" sz="1159" dirty="0"/>
          </a:p>
        </p:txBody>
      </p:sp>
      <p:sp>
        <p:nvSpPr>
          <p:cNvPr id="5" name="Text 2"/>
          <p:cNvSpPr/>
          <p:nvPr/>
        </p:nvSpPr>
        <p:spPr>
          <a:xfrm>
            <a:off x="1357313" y="2127693"/>
            <a:ext cx="6429375" cy="127437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E11D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"ImpactMeter combines cricket domain knowledge with machine learning to quantify true player impact beyond traditional statistics."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357313" y="4045009"/>
            <a:ext cx="642937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E11D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THANK YOU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357313" y="4321829"/>
            <a:ext cx="6429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 Jetha Ke Jabaaz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357313" y="4636154"/>
            <a:ext cx="64293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CricHeroes Impact Metric Challenge | HACKaMINeD 2026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806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Lato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Vishal Baraiya</cp:lastModifiedBy>
  <cp:revision>2</cp:revision>
  <dcterms:created xsi:type="dcterms:W3CDTF">2026-03-07T05:41:32Z</dcterms:created>
  <dcterms:modified xsi:type="dcterms:W3CDTF">2026-03-07T06:17:26Z</dcterms:modified>
</cp:coreProperties>
</file>